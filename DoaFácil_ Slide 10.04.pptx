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TXplBcxgQSlm2qbIf4XRfRMTB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22" Type="http://schemas.openxmlformats.org/officeDocument/2006/relationships/font" Target="fonts/Inter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10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slide" Target="slides/slide1.xml"/><Relationship Id="rId19" Type="http://schemas.openxmlformats.org/officeDocument/2006/relationships/font" Target="fonts/Inter-regular.fntdata"/><Relationship Id="rId6" Type="http://schemas.openxmlformats.org/officeDocument/2006/relationships/slide" Target="slides/slide2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0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jp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jp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jp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5.jp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jp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jp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jp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jpg"/><Relationship Id="rId4" Type="http://schemas.openxmlformats.org/officeDocument/2006/relationships/image" Target="../media/image21.png"/><Relationship Id="rId5" Type="http://schemas.openxmlformats.org/officeDocument/2006/relationships/image" Target="../media/image31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jp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28625" y="1038132"/>
            <a:ext cx="5293519" cy="1697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3731"/>
              <a:buFont typeface="Playfair Display"/>
              <a:buNone/>
            </a:pPr>
            <a:r>
              <a:rPr b="1" i="0" lang="en-US" sz="3731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DoaFácil: Simplificando a Logística de Doações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28625" y="3135520"/>
            <a:ext cx="4286250" cy="83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704"/>
              <a:buFont typeface="Inter"/>
              <a:buNone/>
            </a:pPr>
            <a:r>
              <a:rPr b="0" i="0" lang="en-US" sz="1704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Conectando doadores e ONGs para transformar a solidariedade em impacto real.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28625" y="4180294"/>
            <a:ext cx="5293519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885"/>
              <a:buFont typeface="Inter"/>
              <a:buNone/>
            </a:pPr>
            <a:r>
              <a:rPr b="1" lang="en-US" sz="885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PROJETO INTEGRADOR 1</a:t>
            </a:r>
            <a:r>
              <a:rPr b="1" i="0" lang="en-US" sz="885" u="none" cap="none" strike="noStrike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| ADS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722144" y="0"/>
            <a:ext cx="3421856" cy="5143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579269" y="214313"/>
            <a:ext cx="714300" cy="714300"/>
          </a:xfrm>
          <a:prstGeom prst="rect">
            <a:avLst/>
          </a:prstGeom>
          <a:solidFill>
            <a:srgbClr val="EA580C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5044" y="214325"/>
            <a:ext cx="964406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6007894" y="3952670"/>
            <a:ext cx="2850356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FAFAF9"/>
              </a:buClr>
              <a:buSzPts val="1295"/>
              <a:buFont typeface="Inter"/>
              <a:buNone/>
            </a:pPr>
            <a:r>
              <a:rPr b="1" i="0" lang="en-US" sz="1295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Equipe Desenvolvedora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07894" y="4291998"/>
            <a:ext cx="2850356" cy="2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818"/>
              </a:lnSpc>
              <a:spcBef>
                <a:spcPts val="0"/>
              </a:spcBef>
              <a:spcAft>
                <a:spcPts val="0"/>
              </a:spcAft>
              <a:buClr>
                <a:srgbClr val="FAFAF9"/>
              </a:buClr>
              <a:buSzPts val="1159"/>
              <a:buFont typeface="Inter"/>
              <a:buNone/>
            </a:pPr>
            <a:r>
              <a:rPr b="0" i="0" lang="en-US" sz="1159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Iago Santos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007894" y="4574874"/>
            <a:ext cx="2850356" cy="2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9818"/>
              </a:lnSpc>
              <a:spcBef>
                <a:spcPts val="0"/>
              </a:spcBef>
              <a:spcAft>
                <a:spcPts val="0"/>
              </a:spcAft>
              <a:buClr>
                <a:srgbClr val="FAFAF9"/>
              </a:buClr>
              <a:buSzPts val="1159"/>
              <a:buFont typeface="Inter"/>
              <a:buNone/>
            </a:pPr>
            <a:r>
              <a:rPr b="0" i="0" lang="en-US" sz="1159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Nelson Ribeiro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571500" y="505923"/>
            <a:ext cx="514350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Falha na Comunicação Gera Desperdício de Itens Essenciais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245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850106" y="1614599"/>
            <a:ext cx="1744861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O Problema Logístico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71500" y="1878918"/>
            <a:ext cx="428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Doadores possuem itens em bom estado, mas enfrentam dificuldades para encontrar quem precisa ou organizar o transporte.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1177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828675" y="2793318"/>
            <a:ext cx="170914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Consequência Direta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71500" y="3057637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Móveis, eletrodomésticos e alimentos próximos ao vencimento acabam sendo descartados indevidamente.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6129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892969" y="3743437"/>
            <a:ext cx="1469827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Lacuna nas ONGs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71500" y="4007755"/>
            <a:ext cx="428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Organizações perdem oportunidades valiosas por não terem um canal centralizado para visualizar e reservar doações.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5094" y="1694855"/>
            <a:ext cx="1928813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694855"/>
            <a:ext cx="1928813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4000500" y="620223"/>
            <a:ext cx="514350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DoaFácil Atua como uma Ponte Digital entre Doadores e ONGs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0" y="1746758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4236244" y="1728899"/>
            <a:ext cx="139124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A Solução Digital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000500" y="1993218"/>
            <a:ext cx="428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Plataforma web/mobile centralizada para gestão de doações, facilitando o encontro entre quem doa e quem precisa.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0500" y="2925477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4321969" y="2907618"/>
            <a:ext cx="143768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Foco na Logística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000500" y="3171937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Diferencial focado na agilidade da retirada dos itens e na organização do transporte.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00500" y="387559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4279106" y="3857737"/>
            <a:ext cx="1060847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292524"/>
                </a:solidFill>
                <a:latin typeface="Inter"/>
                <a:ea typeface="Inter"/>
                <a:cs typeface="Inter"/>
                <a:sym typeface="Inter"/>
              </a:rPr>
              <a:t>Impacto Real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000500" y="4122055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Redução significativa do tempo entre o anúncio da doação e a entrega final à ONG.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571500" y="713231"/>
            <a:ext cx="8572500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Funcionalidades Focadas na Experiência do Usuário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06" y="2162966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507206" y="2888056"/>
            <a:ext cx="2414588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Autenticação Simples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07206" y="3297036"/>
            <a:ext cx="2414588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Login rápido e seguro utilizando Google ou Firebase, garantindo a integridade dos dados de doadores e ONGs desde o primeiro acesso.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4706" y="2162966"/>
            <a:ext cx="385763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3364706" y="2888056"/>
            <a:ext cx="2414588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Catálogo Inteligente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364706" y="3297036"/>
            <a:ext cx="2414588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Feed de doações com geolocalização em tempo real. Permite filtros precisos por categoria de item e proximidade geográfica.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2206" y="2162966"/>
            <a:ext cx="30003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6222206" y="2888056"/>
            <a:ext cx="2414588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Sistema de Reserva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222206" y="3297036"/>
            <a:ext cx="2414588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Botão "Tenho Interesse" que bloqueia o item temporariamente para a ONG, evitando conflitos logísticos e duplicidade de coletas.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571500" y="713231"/>
            <a:ext cx="800100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Gestão e Notificações Otimizam o Fluxo de Trabalho das ONGs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71500" y="1707607"/>
            <a:ext cx="642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Ferramentas administrativas desenhadas para garantir que nenhuma doação seja perdida por falhas de comunicação.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38" y="2598790"/>
            <a:ext cx="25003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757238" y="3061348"/>
            <a:ext cx="2152641" cy="532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Notificações em Tempo Real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57238" y="3700714"/>
            <a:ext cx="2152641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Alertas instantâneos via Push e E-mail sempre que um novo item relevante é postado na região de atuação da ONG.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5666" y="2598790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3495666" y="3061348"/>
            <a:ext cx="2152641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Dashboard de Gestão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495666" y="3434609"/>
            <a:ext cx="2152641" cy="10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Painel centralizado para acompanhar o status das reservas, agendamentos de coletas e histórico de itens recebidos.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4094" y="2598790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6234094" y="3061348"/>
            <a:ext cx="2152641" cy="532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Transparência e Controle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234094" y="3700714"/>
            <a:ext cx="2152641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Facilidade na geração de relatórios de impacto e prestação de contas sobre as doações intermediadas pela plataforma.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571500" y="713231"/>
            <a:ext cx="800100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Metodologia Ágil e Aprendizagem Baseada em Problemas (ABP)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71500" y="1693320"/>
            <a:ext cx="6429375" cy="378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159"/>
              <a:buFont typeface="Inter"/>
              <a:buNone/>
            </a:pPr>
            <a:r>
              <a:rPr b="0" i="0" lang="en-US" sz="1159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 desenvolvimento do DoaFácil foi guiado por um diagnóstico profundo das dores reais de doadores e ONGs.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38" y="2605934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757238" y="3068492"/>
            <a:ext cx="2152641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Identificação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57238" y="3441753"/>
            <a:ext cx="2152641" cy="10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Levantamento rigoroso de requisitos baseado nas necessidades logísticas reais do terceiro setor e comportamento do doador individual.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5666" y="2605934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3495666" y="3068492"/>
            <a:ext cx="2152641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Especificação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495666" y="3441753"/>
            <a:ext cx="2152641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Detalhamento técnico para o desenvolvimento do CRUD de doações, integrações de mapas e fluxos de autenticação segura.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4094" y="2605934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6234094" y="3068492"/>
            <a:ext cx="2152641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Priorização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234094" y="3441753"/>
            <a:ext cx="2152641" cy="10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Foco estratégico nas funcionalidades essenciais para o MVP, garantindo a validação da hipótese central com o menor custo possível.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571500" y="879184"/>
            <a:ext cx="5572125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Arquitetura Escalável com Custo Inicial Zero para Validação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519" y="2153952"/>
            <a:ext cx="19645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1003697" y="2137879"/>
            <a:ext cx="67151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21519" y="2398626"/>
            <a:ext cx="209311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Desenvolvimento moderno utilizando React, React Native ou Vue.js para interfaces responsivas.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8988" y="2153952"/>
            <a:ext cx="137517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3552230" y="2137879"/>
            <a:ext cx="119122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Backend (BaaS)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328988" y="2398626"/>
            <a:ext cx="2093119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Firebase para autenticação, banco de dados em tempo real e armazenamento de imagens.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1519" y="3557699"/>
            <a:ext cx="19645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1003697" y="3541626"/>
            <a:ext cx="1001911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Hospedagem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21519" y="3802373"/>
            <a:ext cx="2093119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Vercel para garantir alta disponibilidade e deploy contínuo da aplicação web.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28988" y="3557699"/>
            <a:ext cx="117872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3532584" y="3541626"/>
            <a:ext cx="1153716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Geolocalização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328988" y="3802373"/>
            <a:ext cx="2093119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Integração com Google Maps API ou Mapbox para o catálogo inteligente de doações.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143625" y="0"/>
            <a:ext cx="3000375" cy="514350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86625" y="1775222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6886575" y="2714625"/>
            <a:ext cx="1514475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FAFAF9"/>
              </a:buClr>
              <a:buSzPts val="1704"/>
              <a:buFont typeface="Playfair Display"/>
              <a:buNone/>
            </a:pPr>
            <a:r>
              <a:rPr b="0" i="0" lang="en-US" sz="1704" u="none" cap="none" strike="noStrike">
                <a:solidFill>
                  <a:srgbClr val="FAFA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 STACK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143625" y="3446859"/>
            <a:ext cx="3000375" cy="275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340225" wrap="square" tIns="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AFAF9"/>
              </a:buClr>
              <a:buSzPts val="834"/>
              <a:buFont typeface="Inter"/>
              <a:buNone/>
            </a:pPr>
            <a:r>
              <a:rPr b="0" i="0" lang="en-US" sz="834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Foco em escalabilidade e baixo custo operacional para a fase de MVP.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571500" y="428625"/>
            <a:ext cx="857250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Cronograma de Desenvolvimento Estruturado em 8 Semanas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78706" y="2523139"/>
            <a:ext cx="13430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SEMANAS 1 - 2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78656" y="2837464"/>
            <a:ext cx="2143125" cy="532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Modelagem e Prototipagem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78656" y="3512548"/>
            <a:ext cx="2143125" cy="1014413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9525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78656" y="3512548"/>
            <a:ext cx="2143125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70050">
            <a:spAutoFit/>
          </a:bodyPr>
          <a:lstStyle/>
          <a:p>
            <a:pPr indent="0" lvl="0" marL="0" marR="0" rtl="0" algn="ctr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Definição da arquitetura de dados e criação de protótipos de alta fidelidade no Figma.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881735" y="2523139"/>
            <a:ext cx="138053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SEMANAS 3 - 6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500438" y="2837464"/>
            <a:ext cx="2143125" cy="532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Desenvolvimento do Core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500438" y="3512548"/>
            <a:ext cx="2143125" cy="1014413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9525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3500438" y="3512548"/>
            <a:ext cx="2143125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70050">
            <a:spAutoFit/>
          </a:bodyPr>
          <a:lstStyle/>
          <a:p>
            <a:pPr indent="0" lvl="0" marL="0" marR="0" rtl="0" algn="ctr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Implementação de Autenticação, CRUD de doações e sistema de Chat em tempo real.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707981" y="2523139"/>
            <a:ext cx="13716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93"/>
              <a:buFont typeface="Inter"/>
              <a:buNone/>
            </a:pPr>
            <a:r>
              <a:rPr b="1" i="0" lang="en-US" sz="1193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SEMANAS 7 - 8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514207" y="2837464"/>
            <a:ext cx="1759148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486"/>
              <a:buFont typeface="Playfair Display"/>
              <a:buNone/>
            </a:pPr>
            <a:r>
              <a:rPr b="0" i="0" lang="en-US" sz="148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Integração e Testes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322219" y="3480402"/>
            <a:ext cx="2143125" cy="1014413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9525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322219" y="3480402"/>
            <a:ext cx="2143125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70050">
            <a:spAutoFit/>
          </a:bodyPr>
          <a:lstStyle/>
          <a:p>
            <a:pPr indent="0" lvl="0" marL="0" marR="0" rtl="0" algn="ctr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Geolocalização, testes com usuários reais, refinamento de UI/UX e ajustes finais.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0633" y="3661172"/>
            <a:ext cx="937617" cy="1071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571500" y="428625"/>
            <a:ext cx="857250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Métricas de Sucesso para Validar o Impacto Social do Projeto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85750" y="1680177"/>
            <a:ext cx="2762259" cy="3014663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9525">
            <a:solidFill>
              <a:srgbClr val="292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3" y="1996287"/>
            <a:ext cx="235744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500063" y="2517781"/>
            <a:ext cx="2324091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Taxa de Conversão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0063" y="2891042"/>
            <a:ext cx="2324091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Percentual de doações postadas que foram efetivamente reservadas por uma ONG parceira.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00063" y="4055473"/>
            <a:ext cx="2324091" cy="425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VALIDAR A EFICIÊNCIA DO MATCHING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3181341" y="1680177"/>
            <a:ext cx="2767003" cy="3014663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9525">
            <a:solidFill>
              <a:srgbClr val="292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0425" y="1996287"/>
            <a:ext cx="275034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/>
          <p:nvPr/>
        </p:nvSpPr>
        <p:spPr>
          <a:xfrm>
            <a:off x="3400425" y="2517781"/>
            <a:ext cx="2328863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Tempo de Retirada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400425" y="2891042"/>
            <a:ext cx="2328863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Intervalo médio entre a postagem do item e a confirmação de entrega final à organização.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400425" y="4192991"/>
            <a:ext cx="2328863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VALIDAR A OTIMIZAÇÃO LOGÍSTICA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086475" y="1680177"/>
            <a:ext cx="2771775" cy="3014663"/>
          </a:xfrm>
          <a:prstGeom prst="rect">
            <a:avLst/>
          </a:prstGeom>
          <a:solidFill>
            <a:srgbClr val="FFFFFF">
              <a:alpha val="30196"/>
            </a:srgbClr>
          </a:solidFill>
          <a:ln cap="flat" cmpd="sng" w="9525">
            <a:solidFill>
              <a:srgbClr val="292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0331" y="1996287"/>
            <a:ext cx="392906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6310331" y="2517781"/>
            <a:ext cx="2333634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Feedback de Impacto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310331" y="2891042"/>
            <a:ext cx="2333634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Estimativa do número de pessoas beneficiadas pelos itens doados, reportada pelas ONGs.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310331" y="4178703"/>
            <a:ext cx="2333634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784"/>
              <a:buFont typeface="Inter"/>
              <a:buNone/>
            </a:pPr>
            <a:r>
              <a:rPr b="1" i="0" lang="en-US" sz="784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QUANTIFICAR O IMPACTO SOCIAL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/>
          <p:nvPr/>
        </p:nvSpPr>
        <p:spPr>
          <a:xfrm>
            <a:off x="571500" y="916688"/>
            <a:ext cx="462915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2436"/>
              <a:buFont typeface="Playfair Display"/>
              <a:buNone/>
            </a:pPr>
            <a:r>
              <a:rPr b="1" i="0" lang="en-US" sz="2436" u="none" cap="none" strike="noStrike">
                <a:solidFill>
                  <a:srgbClr val="2925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Tecnologia a Serviço da Solidariedade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519" y="2191457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964406" y="2175383"/>
            <a:ext cx="148590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Resumo do Impacto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721519" y="2436130"/>
            <a:ext cx="428625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O DoaFácil resolve um gargalo logístico crítico no terceiro setor, transformando a intenção de doar em uma ação concreta e eficiente.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519" y="3434469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/>
          <p:nvPr/>
        </p:nvSpPr>
        <p:spPr>
          <a:xfrm>
            <a:off x="964406" y="3418396"/>
            <a:ext cx="93940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90"/>
              <a:buFont typeface="Inter"/>
              <a:buNone/>
            </a:pPr>
            <a:r>
              <a:rPr b="1" i="0" lang="en-US" sz="109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Visão Futura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721519" y="3679143"/>
            <a:ext cx="428625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57534E"/>
                </a:solidFill>
                <a:latin typeface="Inter"/>
                <a:ea typeface="Inter"/>
                <a:cs typeface="Inter"/>
                <a:sym typeface="Inter"/>
              </a:rPr>
              <a:t>Escalar a solução para novas regiões, integrar sistemas de rotas inteligentes e ampliar as categorias de doações aceitas.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200650" y="0"/>
            <a:ext cx="3943350" cy="514350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58063" y="-155377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5629275" y="1846855"/>
            <a:ext cx="3086100" cy="1080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530"/>
              </a:lnSpc>
              <a:spcBef>
                <a:spcPts val="0"/>
              </a:spcBef>
              <a:spcAft>
                <a:spcPts val="0"/>
              </a:spcAft>
              <a:buClr>
                <a:srgbClr val="FAFAF9"/>
              </a:buClr>
              <a:buSzPts val="1924"/>
              <a:buFont typeface="Playfair Display"/>
              <a:buNone/>
            </a:pPr>
            <a:r>
              <a:rPr b="0" i="0" lang="en-US" sz="1924" u="none" cap="none" strike="noStrike">
                <a:solidFill>
                  <a:srgbClr val="FAFA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"Conectando quem quer ajudar com quem mais precisa."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629275" y="3141269"/>
            <a:ext cx="30861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885"/>
              <a:buFont typeface="Inter"/>
              <a:buNone/>
            </a:pPr>
            <a:r>
              <a:rPr b="1" i="0" lang="en-US" sz="88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DOAFÁCIL 2026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2026-04-10T12:21:04Z</dcterms:created>
  <dc:creator>PptxGenJS</dc:creator>
</cp:coreProperties>
</file>